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05840"/>
            <a:ext cx="5120640" cy="365760"/>
          </a:xfrm>
          <a:prstGeom prst="rect">
            <a:avLst/>
          </a:prstGeom>
          <a:solidFill>
            <a:srgbClr val="132A5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ĐIỀU HÀNH &amp; QUẢN TRỊ HIỆP HỘI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Kiểm Soát Toàn Diện: Hội Viên · Tài Chính · Sự Kiện · Sơ Đồ Chỗ Ngồi · Giao Thương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Hồ Sơ Hội Viên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hồ sơ gia nhập, kiểm duyệt thông tin doanh nghiệp và phân quyền vai trò quản trị đa cấp.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Tài Chính Quỹ Hội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niên liễm, nhắc phí hội viên tự động và đối soát giao dịch thu chi ngân quỹ theo thời gian thực.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Hành Sự Kiện &amp; Sơ Đồ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vé đa tầng, sắp xếp sơ đồ rạp/bàn tiệc Gala và kiểm soát cổng check-in QR Code siêu tốc.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9680" y="3291840"/>
            <a:ext cx="2468880" cy="22860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3474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5256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Hai Chiều Tức Thì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4343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giao diện chuyên sâu cho Ban Quản Trị nhưng liên kết và đẩy dữ liệu tức thì xuống Mobile App hội viên.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· ceo1983.com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PHÂN QUYỀN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Quản Trị &amp; Phân Quyền Vai Trò Đa Cấp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chặt chẽ theo chức năng: Ban Chủ Tịch, Ban Thư Ký, Ban Tài Chính và Trưởng Ban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029200" cy="214884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5029200" cy="21488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1828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Phân Quyền RBAC (Role-Based Access Control)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0" y="2267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Admin Hiệp hội, Ban Tài chính, Ban Xúc tiến và Ban Kiểm soát có quyền hạn tách biệt rõ ràng.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28803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Đăng Nhập Bảo Mật Hai Lớp (2FA)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3319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chặn truy cập trái phép vào dữ liệu danh bạ hội viên và số liệu tài chính nhạy cảm của tổ chức.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39319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Ghi Nhận Mọi Thao Tác Vào Nhật Ký (Audit)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17920" y="4370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vết lịch sử: Ai đã sửa hồ sơ, ai đã phê duyệt hội viên, ai đã xuất file Excel dữ liệu.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4983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0" y="5093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Giao Diện Quản Trị Tối Ưu Desktop &amp; Tablet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217920" y="5422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thao tác linh hoạt trên máy tính bàn văn phòng hoặc máy tính bảng khi đi công tác.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CHỈ HUY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Điều Hành &amp; Báo Cáo KPI Thời Gian Thực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toàn cảnh về sức khỏe tổ chức: Tỷ lệ gia hạn hội viên, ngân quỹ thu chi và quy mô giao thương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828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Chỉ Số Tăng Trưởng Hội Viên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267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trực quan theo dõi số lượng hội viên mới gia nhập, hội viên chờ duyệt và tỷ lệ gia hạn thẻ hàng năm.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Đối Soát Dòng Tiền &amp; Quỹ Hội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319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thu niên liễm, doanh thu bán vé sự kiện và các khoản tài trợ đã chuyển khoản về tài khoản CLB.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Đo Lường Hiệu Quả Giao Thương B2B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370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giá trị các Deal kinh doanh đã được chia sẻ và kết nối thành công giữa các doanh nghiệp thành viên.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49834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Xuất Báo Cáo Ban Chấp Hành Tức Thì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PDF/Excel chuẩn hóa chỉ với 1 click để phục vụ các kỳ họp Ban Chấp Hành định kỳ.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DỮ LIỆU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&amp; Phê Duyệt Hồ Sơ Hội Viên Thông Minh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thẩm định hồ sơ bài bản từ khi nộp đơn online tới lúc cấp mã hội viên và phát hành thẻ số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029200" cy="214884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5029200" cy="21488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1828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Tiếp Nhận Hồ Sơ Đăng Ký Trực Tuyến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0" y="2267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đăng ký qua landing page hoặc form online tự động đổ về hàng đợi thẩm định của CRM.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28803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Quy Trình Duyệt Hồ Sơ Đa Bước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3319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 Ký kiểm tra giấy phép kinh doanh, Ban Chủ Tịch phê duyệt chấp thuận kết nạp chỉ bằng 1 nút bấm.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39319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Tự Động Sinh Mã Hội Viên &amp; Cấp Thẻ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17920" y="4370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cấp số thẻ (M1983-xxx), gửi email thông báo chúc mừng kèm thông tin đăng nhập Mobile App.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4983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0" y="5093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Drawer Chi Tiết Hồ Sơ Toàn Diện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217920" y="5422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trọn vẹn thông tin liên lạc, lịch sử đóng phí, sản phẩm đã đăng và số sự kiện đã tham gia.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SINH THÁI DOANH NGHIỆP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Doanh Nghiệp &amp; Doanh Nghiệp Thành Viên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bản đồ năng lực chuỗi giá trị: Tra cứu doanh nghiệp cung ứng, sản xuất và dịch vụ trong CLB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828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Danh Mục Doanh Nghiệp Thành Viên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267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mã số thuế, địa chỉ trụ sở, đại diện pháp luật và hồ sơ năng lực (Company Profile) chi tiết.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Phân Loại Chuỗi Cung Ứng Nội Bộ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319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nhóm theo ngành nghề: Sản xuất cơ khí, Xây dựng hoàn thiện, F&amp;B, Nông sản, Dịch vụ số.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Liên Kết Tài Khoản Lãnh Đạo Với Công 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370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doanh nghiệp có thể có Chủ tịch và Tổng Giám Đốc cùng sinh hoạt với quyền hạn rõ ràng.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49834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Đối Soát Tư Cách Hội Viên Doanh Nghiệp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kiểm tra thời hạn pháp nhân và trạng thái hoạt động thực tế của doanh nghiệp thành viên.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TÀI CHÍNH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Niên Liễm Hội Phí &amp; Kế Toán Quỹ Hội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theo dõi hạn nộp hội phí, phát hành thông báo thu phí và ghi nhận dòng tiền đóng góp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828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Cấu Hình Kỳ Thu Phí Niên Liễm Linh Hoạt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267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mức phí theo năm cho Hội viên cá nhân và Hội viên doanh nghiệp kèm chính sách miễn giảm.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Nhắc Nộp Hội Phí Tự Động Qua App/Email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319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gửi thông báo trước 30 ngày và 7 ngày kèm link thanh toán VietQR chuyển khoản chính xác.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Ghi Nhận Thu Tiền &amp; Xuất Phiếu Thu Số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370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Tài chính xác nhận đóng phí -&gt; Thẻ hội viên trên Mobile App tự động gia hạn thêm 12 tháng.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49834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Báo Cáo Tài Chính Ngân Quỹ Công Khai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thu chi quỹ hội rõ ràng, phục vụ báo cáo minh bạch trước toàn thể hội viên tại Đại hội thường niên.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ĐỈNH CAO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Sự Kiện Hiệp Hội &amp; Cấu Hình Vé Đa Tầng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tổ chức sự kiện chuyên nghiệp: Từ Gala Dinner, Caravan tới Hội nghị xúc tiến thương mại quốc tế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029200" cy="214884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5029200" cy="21488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1828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Khởi Tạo Sự Kiện Nhanh Chóng Trong 3 Phút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0" y="2267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tiêu đề, thời gian, địa điểm, banner quảng bá và nội dung lịch trình sự kiện chi tiết.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28803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Cấu Hình Vé Linh Hoạt (Vé Miễn Phí / Vé VIP)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3319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số lượng vé tối đa, thiết lập giá vé cho người ngoài và giá ưu đãi đặc quyền cho hội viên CLB.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39319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Kiểm Soát Danh Sách Khách Đăng Ký Trực Tiếp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17920" y="4370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từng cá nhân đã đăng ký, trạng thái đã thanh toán hay chưa thanh toán theo thời gian thực.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4983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0" y="5093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 Tự Động Đẩy Sự Kiện Lên Mobile App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217920" y="5422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khi sự kiện được kích hoạt trên CRM, thông báo đẩy được gửi tới toàn bộ hội viên cài đặt App.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ĐẶT CHUYÊN NGHIỆP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Rạp &amp; Xếp Chỗ Ngồi VIP Gala Dinner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Cinema Map tương tác trực quan: Sắp xếp bàn tiệc danh dự, chỗ ngồi VIP và khách mời trang trọng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828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Sơ Đồ Chỗ Ngồi Trực Quan Dạng Lưới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267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hội trường sân khấu: Bàn VIP Danh Dự, Bàn Ban Cố Vấn, Bàn Hội Viên theo khu vực A, B, C.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Kéo Thả Sắp Xếp Đại Biểu Nhanh Chóng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319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tên khách mời vào từng ghế cụ thể, tránh hoàn toàn tình trạng nhầm lẫn hoặc thiếu chỗ tại sự kiện lớn.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Hiển Thị Vị Trí Ngồi Trực Tiếp Lên Vé App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370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mở vé điện tử trên điện thoại sẽ thấy ngay thông tin: "Bàn VIP 01 - Ghế số 04" rõ ràng.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49834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In Thẻ Bàn &amp; Xuất Sơ Đồ Đón Tiếp Lễ Tân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danh sách sơ đồ bàn tiệc phục vụ Ban Lễ Tân hướng dẫn khách mời vào đúng vị trí trang trọng.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SOÁT VÉ HIỆN ĐẠI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Check-in QR Code Tự Động Tại Cổng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quét mã QR siêu tốc cho Ban Lễ Tân, thống kê trực tiếp tỷ lệ khách đã đến hội trường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029200" cy="214884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5029200" cy="21488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1828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Giao Diện Quét Mã Tối Ưu Cho Tablet &amp; Mobile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0" y="2267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Lễ Tân sử dụng máy tính bảng quét vé QR chỉ 1 giây/người, chống ùn tắc tại sảnh hội trường.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28803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Hiển Thị Thông Tin Chào Đón Khách Mời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3319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hiển thị: Họ tên, Chức vụ, Công ty và Lời chào trân trọng từ Ban Chủ Tịch CLB CEO 1983.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39319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Báo Cáo Tỷ Lệ Check-in Realtime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17920" y="4370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chính xác đã có bao nhiêu đại biểu vào hội trường (VD: 342/400 khách) để quyết định thời điểm khai mạc.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4983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0" y="5093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Đồng Bộ Tự Động Với Bầu Cử &amp; Quay Số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217920" y="5422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viên qua cửa check-in sẽ tự động được thêm vào danh sách đủ điều kiện quay số may mắn trúng thưởng.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THƯƠNG MẠI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Chợ Sản Phẩm &amp; Thẩm Định Chào Hàng B2B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quyền lợi hội viên: Chỉ những sản phẩm đủ tiêu chuẩn chất lượng và có xuất xứ rõ ràng mới được duyệt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828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Hàng Đợi Phê Duyệt Sản Phẩm Mới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267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hội viên đăng sản phẩm trên App, CRM hiển thị thông tin chờ kiểm duyệt về pháp lý và giá bán.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Gắn Nhãn "Sản Phẩm Đạt Chuẩn CEO 1983"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319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tăng uy tín sản phẩm, giúp hội viên tự tin mua sắm và ký kết hợp đồng cung ứng số lượng lớn.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Kiểm Soát Tồn Kho &amp; Giá Ưu Đãi Nội Bộ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370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mức giá chào bán cho hội viên luôn là mức giá chiết khấu tốt nhất thị trường.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49834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Khóa / Gỡ Sản Phẩm Vi Phạm Tức Thì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Kiểm soát có thể gỡ bỏ sản phẩm khỏi chợ trên Mobile App ngay lập tức nếu phát hiện vi phạm.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KINH DOANH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Cơ Hội Giao Thương &amp; Thống Kê Deal B2B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Xúc Tiến Thương Mại chủ động nắm bắt nhu cầu hợp tác để làm cầu nối ghép đôi (matching) hiệu quả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828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Theo Dõi Toàn Bộ Nhu Cầu Mua / Bán Sỉ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267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các cơ hội cần mua nguyên vật liệu, tìm tổng thầu xây dựng hay kêu gọi góp vốn đầu tư.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Thẩm Định &amp; Định Giá Quy Mô Deal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319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Xúc tiến hỗ trợ kiểm tra tính khả thi của các cơ hội trị giá hàng chục tỷ đồng trước khi công khai.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Xem Danh Sách Hội Viên Bày Tỏ Quan Tâm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370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chủ Deal kết nối nhanh với các đối tác tiềm năng nhất trong CLB CEO 1983.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49834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Báo Cáo Tổng Giá Trị Giao Thương Đã Ký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doanh số thành công đóng góp vào thành tích chung của Hiệp hội trong năm.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ĐẠI HỘI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Bầu Cử Trực Tuyến &amp; Quay Số May Mắn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điều khiển trung tâm dành cho Ban Tổ Chức: Mở cổng biểu quyết và kích hoạt vòng quay trực tiếp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120640" cy="438912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0" y="1828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938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Thiết Lập Câu Hỏi &amp; Ứng Viên Bầu Cử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2267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danh sách ứng viên Ban Chấp Hành, quy định số lượng phiếu tối đa được chọn cho mỗi hội viên.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2880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990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Mở / Khóa Cổng Bỏ Phiếu Thời Gian Thực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319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tọa bấm mở cổng biểu quyết trên CRM, đồng hồ đếm ngược lập tức xuất hiện trên điện thoại của hội viên.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93192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40416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Xuất Màn Hình LED Trình Chiếu Sân Khấu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4370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riêng biệt cho màn hình LED với đồ họa hiệu ứng 3D mãn nhãn và âm thanh hồi hộp sống động.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49834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0932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Biên Bản Kết Quả Tự Động Ký Số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09360" y="54223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bầu cử và danh sách trúng thưởng được chốt bất biến, xuất biên bản có dấu xác thực điện tử.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THÔNG &amp; AN TOÀN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Bản Tin Hiệp Hội &amp; Nhật Ký Kiểm Toán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phát ngôn chính thức của CLB song hành hệ thống giám sát an ninh bảo vệ dữ liệu toàn vẹn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029200" cy="214884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5029200" cy="21488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0" y="182880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0" y="19385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Soạn Thảo &amp; Đăng Tải Bản Tin Hiệp Hội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0" y="2267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soạn thảo trực quan phong phú: Chèn ảnh, video, văn bản nghị quyết và quyết định kết nạp.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288036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0" y="2990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Đẩy Thông Báo Push Tới 100% Hội Viên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0" y="33192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thông báo tức thời tới ứng dụng di động của từng hội viên, đảm bảo thông điệp không bị bỏ sót.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393192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4041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Hệ Thống Nhật Ký Kiểm Toán (Audit Logs)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17920" y="43708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chi tiết: Địa chỉ IP, thời gian đăng nhập, các hành động sửa/xóa dữ liệu của nhân sự vận hành.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4983480"/>
            <a:ext cx="5394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0" y="5093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Phục Hồi Dữ Liệu Khi Cần Thiết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217920" y="54223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lưu vết và snapshot giúp khôi phục dữ liệu nhanh chóng nếu xảy ra sai sót thao tác con người.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VẬN HÀNH ĐỒNG BỘ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Hai Chiều: Đẩy Dữ Liệu Tức Thì Xuống Mobile App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quyết định quản trị trên CRM được đồng bộ ngay lập tức xuống điện thoại hội viên: Tách biệt giao diện nhưng thống nhất dữ liệu 100%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560320" cy="4389120"/>
          </a:xfrm>
          <a:prstGeom prst="ellipse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828800"/>
            <a:ext cx="2560320" cy="438912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09360" y="1828800"/>
            <a:ext cx="5120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92240" y="1938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Tách Biệt Giao Diện Nhưng Liên Kết Chức Năng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92240" y="22677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Lãnh Đạo sử dụng Web CRM để bao quát toàn bộ chỉ số vĩ mô; Hội viên sử dụng Mobile App để nhận đặc quyền và giao lưu B2B.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309360" y="2880360"/>
            <a:ext cx="5120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0" y="29900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Duyệt Hội Viên -&gt; Tự Động Phát Hành Thẻ Số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92240" y="33192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khi Ban Thư Ký bấm "Duyệt" hồ sơ trên CRM -&gt; Mobile App của hội viên tự động kích hoạt Thẻ VIP 3D và mã QR xác thực.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3931920"/>
            <a:ext cx="5120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 Mở Bán Sự Kiện -&gt; Nhận Vé &amp; Số Ghế Trực Tiếp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92240" y="4370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cấu hình trên CRM lập tức hiển thị trên Mobile App; Hội viên đăng ký vé được tự động gán vị trí ghế ngồi theo sơ đồ.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09360" y="4983480"/>
            <a:ext cx="512064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5093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Điều Phối Giao Thương Thời Gian Thực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92240" y="54223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kinh doanh và sản phẩm được Ban Quản Trị phê duyệt trên CRM sẽ ngay lập tức hiện diện trên Sàn giao thương của App.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CHUẨN AN NINH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Kỹ Thuật Độc Lập &amp; Tiêu Chuẩn Bảo Mật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vận hành trên máy chủ riêng biệt, phân tách mạng nội bộ và tuân thủ các chuẩn an toàn thông tin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Hạ Tầng Docker Container Hóa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phân hệ (CRM Web, CRM API, Lưu trữ MinIO) vận hành trong các container riêng biệt, không xung đột tài nguyên.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Bảo Mật HTTPS Cổng Riêng Biệt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vận hành chuyên biệt trên cổng SSL bảo mật cao, tách rời với các ứng dụng khác trong hệ sinh thái.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Cơ Chế Sao Lưu Đa Tầng (Daily Backup)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cơ sở dữ liệu hội viên và chứng từ thanh toán được sao lưu tự động mỗi ngày sang máy chủ lưu trữ độc lập.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21208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Khả Năng Phục Hồi Thảm Họa (DR)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4617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phục hồi hệ thống nhanh chóng trong vòng dưới 15 phút nếu phát sinh sự cố phần cứng máy chủ vật lý.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640080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CRM Quản Trị · CLB Doanh Nhân CEO 1983 · HanoiBA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ceo1983.com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05840"/>
            <a:ext cx="4389120" cy="365760"/>
          </a:xfrm>
          <a:prstGeom prst="rect">
            <a:avLst/>
          </a:prstGeom>
          <a:solidFill>
            <a:srgbClr val="132A5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HIỆU QUẢ QUẢN TRỊ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 TOÀN DIỆN VẬN HÀNH CLB CEO 1983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3291840" cy="27432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90% Thời Gian Thủ Công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hoàn toàn sổ sách Excel rời rạc, đối soát thu chi quỹ hội và danh sách điểm danh sự kiện tự động trong tích tắc.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560320"/>
            <a:ext cx="3291840" cy="27432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Tập Trung &amp; Bất Biến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tài sản thông tin, hồ sơ hội viên và lịch sử hoạt động được số hóa trọn đời, chuyển giao nhiệm kỳ Ban Chấp Hành mượt mà.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560320"/>
            <a:ext cx="3291840" cy="2743200"/>
          </a:xfrm>
          <a:prstGeom prst="rect">
            <a:avLst/>
          </a:prstGeom>
          <a:solidFill>
            <a:srgbClr val="132A56"/>
          </a:solidFill>
          <a:ln w="15240">
            <a:solidFill>
              <a:srgbClr val="2A3E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7532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 Chuẩn Mực Hiệp Hội Số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38404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tiên phong trở thành tổ chức kiểu mẫu hàng đầu trong phong trào Doanh nhân trẻ Việt Nam.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· ceo1983.com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Hệ Thống CRM Quản Trị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2026-09-20T04:32:47Z</dcterms:created>
  <dcterms:modified xsi:type="dcterms:W3CDTF">2026-09-20T04:32:47Z</dcterms:modified>
</cp:coreProperties>
</file>