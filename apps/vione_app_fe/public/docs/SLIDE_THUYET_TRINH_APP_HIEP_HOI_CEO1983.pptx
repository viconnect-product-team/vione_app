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05840"/>
            <a:ext cx="5120640" cy="365760"/>
          </a:xfrm>
          <a:prstGeom prst="rect">
            <a:avLst/>
          </a:prstGeom>
          <a:solidFill>
            <a:srgbClr val="132A5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THỜI KỲ SỐ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Số Hội Viên Đẳng Cấp: Thẻ VIP 3D · Chạm Thẻ NFC · Giao Thương B2B · Vé Số Hóa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2468880" cy="22860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474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VIP &amp; NFC 1 Chạm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343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hội viên số hóa chuẩn quốc tế, tích hợp chip NFC chạm trao danh thiếp ngay trên điện thoại.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3291840"/>
            <a:ext cx="2468880" cy="22860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474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4904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Trao Đổi Cơ Hội B2B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4343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nhu cầu mua bán sỉ, kết nối cung ứng và kêu gọi đầu tư trực tiếp giữa các doanh nhân.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3291840"/>
            <a:ext cx="2468880" cy="22860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474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&amp; Check-in QR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343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lịch đại hội, đăng ký vé qua VietQR tự động, quét mã QR vào cửa trong 1 giây tại sự kiện.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0" y="3291840"/>
            <a:ext cx="2468880" cy="22860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3474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5256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Realtime CRM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4343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giao diện chuyên dụng cho hội viên nhưng liên kết 100% dữ liệu vận hành từ Web CRM Quản trị.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· ceo1983.com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VÀO HỘI VIÊN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Bảo Mật &amp; Xác Thực Danh Tính Hội Viên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định danh an toàn qua Số điện thoại / Email kết hợp mã hóa JWT thời gian thực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2608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82880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938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Định Danh Chuẩn Xác Theo Mã Hội Viên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22677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hội viên được cấp 1 tài khoản duy nhất gắn liền với mã định danh độc bản (VD: M1983-002).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288036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990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Đăng Nhập 1 Chạm Nhanh Chóng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33192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lưu phiên làm việc bảo mật, không cần đăng nhập lại khi mở App hàng ngày trên thiết bị tin cậy.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393192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0416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Đồng Bộ Phân Quyền Tức Thì Từ CRM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4370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khi Ban Thư Ký phê duyệt hồ sơ trên CRM, hội viên có thể đăng nhập ngay mà không có độ trễ.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498348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5093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Bảo Mật Cấp Doanh Nghiệp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0" y="54223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HTTPS 100% trên toàn bộ luồng trao đổi dữ liệu, chống rò rỉ thông tin cá nhân và số liên lạc VIP.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HỘI VIÊN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Tổng Quan &amp; Bảng Tin Sinh Hoạt Hội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trải nghiệm số toàn diện: Tin tức nổi bật, sự kiện sắp diễn ra và tiện ích truy cập nhanh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2608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82880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938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Banner Sự Kiện Tiêu Điểm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22677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các sự kiện lớn nhất của CLB CEO 1983 (Gala kỷ niệm, Hội nghị xúc tiến đầu tư, Caravan kết nối).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288036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990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Menu Tiện Ích Truy Cập 1 Chạm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33192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siêu tốc: Thẻ số, Cơ hội, Sản phẩm, Điểm danh QR, Tài liệu nội bộ và Danh bạ Ban Điều Hành.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393192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0416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Widget Điểm Danh Sự Kiện Nhanh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4370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nhắc nhở khi đến ngày diễn ra sự kiện, mở ngay mã vé QR Pass để qua cổng soát vé.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498348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5093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Thông Báo Tức Thời Từ Ban Thư Ký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0" y="54223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thông báo đẩy về các chủ trương, thông tư, tài liệu mật hoặc cơ hội cấp thiết của CLB.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 ĐẲNG CẤP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Hội Viên VIP Số Hóa &amp; Danh Thiếp Doanh Nhân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Chiếc thẻ quyền năng khẳng định uy tín thương hiệu cá nhân và doanh nghiệp trong mạng lưới CEO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02920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8288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1938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Thiết Kế Hoàng Gia Sang Trọng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0" y="22677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Tông màu Xanh Navy &amp; Vàng Gold kim loại danh giá, hiển thị logo CLB Doanh Nhân CEO 1983 chính thức.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28803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990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Tích Hợp Mã QR Xác Thực Trực Tuyến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3319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mở ngay trang hồ sơ chứng nhận hội viên công khai tại địa chỉ web chính thức ceo1983.com.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9319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Tùy Biến Giao Diện Cá Nhân Hóa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17920" y="4370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hội viên cập nhật ảnh đại diện, chức danh, tên công ty và các liên kết mạng xã hội doanh nghiệp.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4983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5093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Tương Thích Apple &amp; Google Wallet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17920" y="5422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xuất thẻ ra ví điện tử Apple Wallet và Google Wallet để xuất trình nhanh tại các sự kiện đối ngoại.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CHẠM THÔNG MINH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Chạm Thẻ NFC 1 Chạm &amp; Danh Thiếp Số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còn in danh thiếp giấy: Chạm nhẹ điện thoại trao trọn vẹn thông tin doanh nghiệp trong 1 giây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560320" cy="438912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2560320" cy="438912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182880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1938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Ghi Dữ Liệu Lên Thẻ Vật Lý NFC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0" y="22677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có thể tự ghi link hồ sơ số hóa vào thẻ vật lý gắn chip NFC trực tiếp qua ứng dụng.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288036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2240" y="2990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Trao Danh Thiếp Không Cần Cài App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92240" y="33192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chỉ cần chạm lưng điện thoại vào thẻ là tự động mở trang web danh thiếp đầy đủ thông tin.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393192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4041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Lưu Danh Bạ Điện Thoại Tự Động (vCard)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43708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nút bấm "Lưu danh bạ" tải toàn bộ Hotline, Email, Công ty vào danh bạ điện thoại của đối tác.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09360" y="498348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50932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Bảo Mật Quyền Riêng Tư Tùy Biến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92240" y="54223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chủ động bật/tắt hiển thị số điện thoại cá nhân hoặc doanh nghiệp tùy theo mong muốn.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LƯỚI TIN CẬY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Bạ Doanh Nhân &amp; Kết Nối Đối Tác Tin Cậy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hơn 500+ chủ doanh nghiệp thuộc CLB CEO 1983 theo ngành nghề, khu vực và quy mô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2608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82880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938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Bộ Lọc Ngành Nghề Đa Chiều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22677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chính xác các doanh nghiệp trong các mảng Bất động sản, Xây dựng, Công nghệ, Nông nghiệp, Y tế.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288036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990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Hồ Sơ Năng Lực Doanh Nghiệp Đầy Đủ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33192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sản phẩm chủ lực, doanh thu, quy mô nhân sự và kinh nghiệm của từng chủ tịch/CEO.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393192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0416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Kết Nối &amp; Trao Đổi Ngay Trên App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4370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lời mời kết nối, gọi điện thoại trực tiếp hoặc nhắn tin thảo luận hợp tác không qua trung gian.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498348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5093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Huy Hiệu Xác Thực Hội Viên Chính Thức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0" y="54223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 tích xanh xác minh doanh nghiệp đã được Ban Quản Trị CLB CEO 1983 thẩm định uy tín.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XÚC TIẾN THƯƠNG MẠI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Trao Cơ Hội Kinh Doanh &amp; Kêu Gọi Đầu Tư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mới với khu vực Cơ hội nổi bật chuyển ảnh 2 giây/lần, phân loại Deal rõ ràng và minh bạch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2608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82880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938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Spotlight Tự Động Xoay Vòng 2s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22677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cơ hội nổi bật xoay vòng ảnh cứ 2 giây một lần, giúp các cơ hội giá trị cao luôn tiếp cận tối đa hội viên.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288036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990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Phân Loại Nhu Cầu Chuẩn Quốc Tế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33192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rõ: Hợp tác B2B, Kêu gọi đầu tư &amp; vốn, Cung ứng nguyên vật liệu, Xuất nhập khẩu.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393192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0416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Hiển Thị Giá Trị Deal Minh Bạch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4370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tiền tệ chuẩn VNĐ (Tỷ đ, Triệu đ) có thẩm định từ hệ thống CRM và Ban Xúc Tiến Thương Mại.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498348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5093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Nút "Bày Tỏ Quan Tâm" Tức Thì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0" y="54223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cơ hội nhận ngay danh sách hội viên bấm quan tâm kèm số điện thoại để xúc tiến đàm phán ký kết.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B2B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Chợ Sản Phẩm &amp; Dịch Vụ Hội Viên CLB CEO 1983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người Việt dùng hàng Việt, doanh nhân trong CLB ưu tiên sử dụng sản phẩm dịch vụ của nhau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2608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82880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938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Gian Hàng Sản Phẩm Doanh Nghiệp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22677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tải không giới hạn hình ảnh, thông số kỹ thuật, catalogue và chính sách giá ưu đãi nội bộ CLB.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288036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990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Chính Sách Chiết Khấu Đặc Quyền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33192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Dành riêng mức giảm giá và hậu mãi tốt nhất cho các hội viên chính thức của CLB Doanh Nhân CEO 1983.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393192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0416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Cơ Chế Phê Duyệt An Toàn Từ CRM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4370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sau khi đăng được kiểm duyệt qua CRM để đảm bảo chất lượng, chứng từ pháp lý và xuất xứ.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498348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5093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Đặt Hàng &amp; Kết Nối Mua Sỉ 1 Chạm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0" y="54223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có thể bấm "Yêu cầu báo giá" hoặc gọi Hotline đại diện nhà sản xuất ngay trong giao diện.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HOẠT ĐỈNH CAO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Sự Kiện, Lịch Hội Thảo &amp; Đăng Ký Vé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lịch trình Caravan, Gala Dinner, Cafe Doanh Nhân và Đào tạo chuyên sâu của Hiệp hội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2608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82880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938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Lịch Trình Chi Tiết &amp; Diễn Giả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22677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thời gian, địa điểm tổ chức, thông tin các diễn giả khách mời VIP và sơ đồ chỉ đường Google Maps.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288036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990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Đăng Ký Tham Gia Vé Miễn Phí / Có Phí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33192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nhận diện hội viên để áp dụng vé miễn phí hoặc tính phí ưu đãi thành viên CLB.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393192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0416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Thanh Toán VietQR Tự Động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4370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VietQR động tạo tức thì có mã vé trong nội dung chuyển khoản, kích hoạt vé tự động không cần gửi bill thủ công.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498348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5093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Đếm Ngược &amp; Nhắc Lịch Thông Minh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0" y="54223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nhắc hẹn sự kiện tự động trước 24h và 2h để hội viên sắp xếp thời gian tham dự chu đáo.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DANH THÔNG MINH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Điện Tử Thông Minh &amp; Check-in QR Siêu Tốc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bỏ danh sách giấy điểm danh: Soát vé tại cửa trong 1 giây, kiểm soát 1000+ khách mượt mà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560320" cy="438912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2560320" cy="438912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182880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1938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Mã QR Pass Mã Hóa Chống Giả Mạo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0" y="22677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vé phát hành có mã token bảo mật thay đổi theo phiên, ngăn chặn hoàn toàn chụp màn hình chuyển nhượng trái phép.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288036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2240" y="2990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Soát Vé Offline &amp; Realtime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92240" y="33192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Lễ Tân quét mã bằng camera điện thoại, hệ thống xác thực tức thì và báo âm thanh thành công.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393192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4041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Tự Động Cấp Số Ghế &amp; Bàn Tiệc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43708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hiển thị chính xác vị trí bàn (Bàn VIP 1, Bàn 1983-A) theo sơ đồ rạp đã xếp trên CRM.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09360" y="498348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50932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Tự Động Kích Hoạt Quyền Bầu Cử &amp; Quay Số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92240" y="54223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check-in thành công sẽ tự động được đưa vào danh sách hợp lệ để quay số trúng thưởng.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TÁC ĐẠI HỘI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Bầu Cử Trực Tuyến &amp; Quay Số May Mắn Sự Kiện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công nghệ tương tác trực tiếp: Bỏ phiếu tín nhiệm minh bạch và Lucky Draw sôi động tại Gala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2608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82880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938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Bỏ Phiếu Bầu Cử Trực Tuyến Minh Bạch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22677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Bầu cử Ban Chấp Hành, biểu quyết nghị quyết đại hội trực tiếp trên điện thoại, thống kê kết quả % thời gian thực.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288036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990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Kiểm Soát Quyền Biểu Quyết Theo Tư Cách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33192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hội viên chính thức đã hoàn thành nghĩa vụ niên liễm và đã check-in vào sự kiện mới được bỏ phiếu.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393192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0416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Vòng Quay Lucky Draw Hồi Hộp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4370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chọn ngẫu nhiên mã số hội viên may mắn, trình chiếu màn hình LED sân khấu và nổ chuông chúc mừng.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498348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5093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Lưu Trữ Biên Bản Điện Tử Bất Biến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0" y="54223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lịch sử biểu quyết được mã hóa lưu vết trên hệ thống để phục vụ đối soát nghị quyết chính thức.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KHÔNG GIỚI HẠN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Thư Doanh Nghiệp &amp; Nhắn Tin 1-1 / Nhóm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liên lạc chuyên nghiệp độc quyền dành cho các nhà lãnh đạo, không lo trôi tin nhắn quan trọng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560320" cy="438912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2560320" cy="438912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182880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1938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Trò Chuyện 1-1 Kín Đáo &amp; Bảo Mật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0" y="22677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tin nhắn riêng tư, trao đổi các điều khoản hợp đồng B2B nhạy cảm giữa hai lãnh đạo doanh nghiệp.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288036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2240" y="2990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Nhóm Thảo Luận Chuyên Đề &amp; Ban Bệ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92240" y="33192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nhóm theo Ban (Ban Tài chính, Ban Xúc tiến, Ban Truyền thông) hoặc nhóm dự án đầu tư cụ thể.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393192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4041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Chia Sẻ Hồ Sơ, Hợp Đồng &amp; Vị Trí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43708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kèm tệp PDF tài liệu, hình ảnh chào hàng và ghim vị trí cuộc hẹn giao thương thuận tiện.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09360" y="498348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50932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Không Bị Spam Bởi Người Ngoài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92240" y="54223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các hội viên đã được xác thực trong mạng lưới CLB CEO 1983 mới có thể nhắn tin cho nhau.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HÓA TRẢI NGHIỆM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Hồ Sơ Cá Nhân &amp; Cài Đặt Bảo Mật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 quản lý thông tin đại diện, cập nhật avatar trực tuyến và cấu hình quyền riêng tư thẻ số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2608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82880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1938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Cập Nhật Avatar &amp; Ảnh Bìa Danh Thiếp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22677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lưu trữ ảnh MinIO HTTPS tự động nén kích thước, đảm bảo tải siêu tốc trên mọi mạng di động.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288036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990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Chỉnh Sửa Hồ Sơ Năng Lực &amp; Kinh Nghiệm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33192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chức danh mới, thành tựu giải thưởng, thông tin website và hotline kinh doanh của doanh nghiệp.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393192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0416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Lịch Sử Tham Gia Hoạt Động CLB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4370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hành trình sinh hoạt: Các sự kiện đã tham gia, các giao thương đã kết nối và điểm cống hiến.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4983480"/>
            <a:ext cx="7498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5093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Quản Lý Mật Khẩu &amp; Phiên Đăng Nhập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0" y="54223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mật khẩu bảo mật, xem danh sách thiết bị đang đăng nhập và đăng xuất từ xa khi cần thiết.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QUẢN TRỊ VẬN HÀNH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Đồng Bộ: Hệ Thống Web CRM Vận Hành Phía Sau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 tách biệt hoàn toàn về giao diện người dùng, App Hiệp hội và Web CRM liên kết 100% chức năng &amp; dữ liệu thời gian thực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20640" cy="214884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9080"/>
            <a:ext cx="5120640" cy="21488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1828800"/>
            <a:ext cx="53035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0936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Tách Biệt Giao Diện - Tối Ưu Hóa Từng Trải Nghiệm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309360" y="2267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thiết kế tối ưu chạm vuốt, tiện ích bỏ túi cho Hội viên. Web CRM thiết kế dạng Dashboard chuyên sâu đa màn hình cho Ban Quản Trị.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2880360"/>
            <a:ext cx="53035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09360" y="2990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Hội Viên Thao Tác -&gt; CRM Tiếp Nhận &amp; Thẩm Định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309360" y="33192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đăng ký thẻ, đăng cơ hội kinh doanh, đăng sản phẩm hay mua vé sự kiện trên App -&gt; Dữ liệu đổ về CRM tức thì để Ban Thư Ký xét duyệt.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3931920"/>
            <a:ext cx="53035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9360" y="4041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CRM Phê Duyệt -&gt; Đẩy Tức Thời Xuống Mobile App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309360" y="43708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CRM duyệt cấp thẻ VIP, mở bán vé sự kiện hay thông qua cơ hội B2B -&gt; Tự động kích hoạt quyền lợi và thông báo đẩy xuống App hội viên ngay lập tức.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4983480"/>
            <a:ext cx="53035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09360" y="5093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Cơ Sở Dữ Liệu Đồng Nhất &amp; Bảo Mật Tuyệt Đối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309360" y="54223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chung hạ tầng Database PostgreSQL chuyên nghiệp, không sao chép dữ liệu rời rạc, chống sai lệch thông tin hội viên giữa các phòng ban.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THÔNG TIN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Kỹ Thuật Hiện Đại &amp; Chuẩn Bảo Mật HTTPS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microservices container hóa trên Docker, mã hóa SSL toàn diện cho cả Web và Ứng dụng di động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21208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100% Chuẩn Bảo Mật HTTPS/SSL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API và giao diện Web/App vận hành trên chứng chỉ SSL bảo mật cao, chống nghe lén và tấn công man-in-the-middle.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21208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Kiến Trúc Microservices Docker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độc lập cho từng dịch vụ: Frontend Nitro Server, Backend NestJS API và Lưu trữ phân tán MinIO S3.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521208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Cơ Sở Dữ Liệu PostgreSQL Độc Lập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617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quản trị dữ liệu quan hệ mạnh mẽ, đảm bảo tính toàn vẹn ACID, sao lưu tự động định kỳ hàng ngày.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21208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Native Wrapper Capacitor iOS/Android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617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ứng dụng di động chính thức cài đặt trên App Store và Google Play, tận dụng tối đa phần cứng camera, NFC và sinh trắc học.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· CLB Doanh Nhân CEO 1983 · HanoiBA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05840"/>
            <a:ext cx="4389120" cy="365760"/>
          </a:xfrm>
          <a:prstGeom prst="rect">
            <a:avLst/>
          </a:prstGeom>
          <a:solidFill>
            <a:srgbClr val="132A5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LỘ TRÌNH ĐỒNG HÀNH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TẦM VỊ THẾ HIỆP HỘI THỜI KỲ KINH TẾ SỐ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3291840" cy="27432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Đoàn Kết &amp; Gia Tăng Giá Trị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hội viên khi gia nhập CLB CEO 1983 đều sở hữu công cụ kết nối số hóa quyền năng, thúc đẩy doanh thu thực tế cho doanh nghiệp.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560320"/>
            <a:ext cx="3291840" cy="27432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&amp; Vận Hành Chuyên Nghiệp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3840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sinh hoạt, điểm danh, tài chính quỹ hội được số hóa và kiểm soát tự động, loại bỏ hoàn toàn các tranh cãi thủ công.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560320"/>
            <a:ext cx="3291840" cy="27432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7532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Mở Rộng Quy Mô Lớn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3840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sẵn sàng mở rộng đón nhận hàng nghìn hội viên mới từ khắp các tỉnh thành trên cả nước và quốc tế.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· ceo1983.com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CLB Doanh Nhân CEO 1983 ·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Thuyết Trình Ứng Dụng Di Động Hiệp Hội - CLB Doanh Nhân CEO 1983</dc:title>
  <dc:subject>PptxGenJS Presentation</dc:subject>
  <dc:creator>Ban Thư Ký CLB Doanh Nhân CEO 1983</dc:creator>
  <cp:lastModifiedBy>Ban Thư Ký CLB Doanh Nhân CEO 1983</cp:lastModifiedBy>
  <cp:revision>1</cp:revision>
  <dcterms:created xsi:type="dcterms:W3CDTF">2026-09-20T04:32:46Z</dcterms:created>
  <dcterms:modified xsi:type="dcterms:W3CDTF">2026-09-20T04:32:46Z</dcterms:modified>
</cp:coreProperties>
</file>